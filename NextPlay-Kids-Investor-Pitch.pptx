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trajectory (₹ crore, indicative plan)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6.0</c:v>
                </c:pt>
                <c:pt idx="2">
                  <c:v>18.0</c:v>
                </c:pt>
                <c:pt idx="3">
                  <c:v>42.0</c:v>
                </c:pt>
                <c:pt idx="4">
                  <c:v>85.0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mission: we are building the trusted sports layer for India's 350M+ children. One line: we make sports safer, more accessible and development-focused for ages 2-17, through gear, programs and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wedge: parents don't have a trusted, age-appropriate sports partner. Retailers sell products; nobody sells development. The safety gap is the trust wedge — we win parents before we sell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Anchor: this is not a toy shop, it's the development layer. Multiple revenue engines de-risk: retail margins day one, programs build LTV, B2B builds stickiness, SaaS builds moat.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live site here if internet allows. Emphasize: parents-as-account-holders is a moat — trust compounds, and no competitor treats child data with this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LTV ladder is the killer argument: a child at age 4 can be a customer through age 17 — 13 years of gear, programs, camps. No other Indian sports brand owns childhood this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honest: these are targets, not audited numbers. The structural point is the ladder — gear is the acquisition product, programs are the retention engine, SaaS is the margin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Yr1: Mumbai-first, prove repeat purchase + term renewals. Yr2-3: 5 cities + 100 schools. Yr4-5: national franchise-style expansion + SaaS across academies. Numbers are a working plan, not a promise — say that out loud to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AI-video content engine is the founder's unfair advantage — this team can produce studio-grade content at software cost. Mention the filmcraft studio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hear 'data moat' too often — make it concrete: every exchanged jersey tells us a child grew 4cm. In 3 years we know fit better than any competitor in the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on the number and the milestones. Invite diligence: prototype is live, security-audited stack, weekly backup discipline. Close with the mission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confidence, not desperation. One-liner: we are not selling products, we are building the trust layer of Indian youth sport.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NextPlay Kids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Every child deserves a place to play.</a:t>
            </a:r>
          </a:p>
          <a:p>
            <a:r>
              <a:t>Youth sports commerce, programs &amp; safety — ages 2 to 17.</a:t>
            </a:r>
          </a:p>
          <a:p>
            <a:r>
              <a:t>Investor Brief · September 2026 ·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/>
              <a:t>Parents cannot trust what they buy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Adult-sized gear sold to children; no honest age ranges; 60%+ of youth sports gear is sized wrongly (industry estimate)</a:t>
            </a:r>
          </a:p>
          <a:p>
            <a:pPr/>
            <a:r>
              <a:rPr sz="2000" b="1"/>
              <a:t>Sports drop-off is massive — and expensive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70% of kids quit organised sport by age 13 (Aspen Institute). Pressure culture, wrong equipment, boring first experiences.</a:t>
            </a:r>
          </a:p>
          <a:p>
            <a:pPr/>
            <a:r>
              <a:rPr sz="2000" b="1"/>
              <a:t>No trusted marketplace for ages 2-17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General sports retailers sell adult gear smaller; nobody owns the child-development layer: right gear, right age, right challenge.</a:t>
            </a:r>
          </a:p>
          <a:p>
            <a:pPr/>
            <a:r>
              <a:rPr sz="2000" b="1"/>
              <a:t>Schools &amp; academies run on spreadsheets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Rosters, attendance, parent messaging and equipment inventory are manual, unsafe and unprofitable.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/>
              <a:t>India youth sports economy — large, fragmented, under-served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Sports goods market: ~$4B+ and growing double-digit; youth segment under-penetrated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350M+ children aged 2-17; rising middle-class spend on child development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Government push: Khelo India, school sport mandates, NEP physical education</a:t>
            </a:r>
          </a:p>
          <a:p>
            <a:pPr/>
            <a:r>
              <a:rPr sz="2000" b="1"/>
              <a:t>Revenue lines (multiple engines, one brand)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1. Gear e-commerce (AOV ₹1,800-4,500)  2. Programs &amp; camps (₹4k-25k/term)  3. School &amp; academy B2B bundles  4. SaaS dashboards  5. Digital products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Global reference: Decathlon youth line, Dick's Sporting Goods youth — none own the full child-development stack in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Product — Trust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1"/>
              <a:t>Safety-first commerce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Every product: honest age range, safety certification badge, size-true charts, fit guides co-written with paediatric physiotherapists, free size exchanges</a:t>
            </a:r>
          </a:p>
          <a:p>
            <a:pPr/>
            <a:r>
              <a:rPr sz="1900" b="1"/>
              <a:t>Sports Explorer — the recommendation engine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Interactive quiz (age, interests, time, budget, accessibility) → matched sport + starter bundle. Acquisition engine disguised as a service.</a:t>
            </a:r>
          </a:p>
          <a:p>
            <a:pPr/>
            <a:r>
              <a:rPr sz="1900" b="1"/>
              <a:t>Parent Dashboard &amp; Coach Dashboard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Child profiles, progress tracking with parental-consent controls, coach messaging, attendance &amp; inventory — parents are account holders, always.</a:t>
            </a:r>
          </a:p>
          <a:p>
            <a:pPr/>
            <a:r>
              <a:rPr sz="1900" b="1"/>
              <a:t>Live prototype already shipped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16-page experience live at maheshkoriacourse.github.io/nextplay-kids — 45-product catalogue, filters, cart, dashboards. Working proof, not slides.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1. Trust layer — safety certification on 100% of catalogue, fit-first commerce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Parents switch brands over safety mistakes; they never leave a brand that prevented them</a:t>
            </a:r>
          </a:p>
          <a:p>
            <a:pPr/>
            <a:r>
              <a:rPr sz="1800" b="1"/>
              <a:t>2. Age-graded everything — 2-4, 5-7, 8-11, 12-14, 15-17 product &amp; program ladders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A child who enters at 4 grows with us for 15 years — highest LTV story in Indian retail</a:t>
            </a:r>
          </a:p>
          <a:p>
            <a:pPr/>
            <a:r>
              <a:rPr sz="1800" b="1"/>
              <a:t>3. Inclusive by architecture — adaptive sport woven through every category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Untapped segment; schools and parents actively searching for it</a:t>
            </a:r>
          </a:p>
          <a:p>
            <a:pPr/>
            <a:r>
              <a:rPr sz="1800" b="1"/>
              <a:t>4. Founder-market fit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19+ years BFSI operations &amp; data leadership + AI architecture. Distribution discipline of a banker, product speed of a builder.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1"/>
              <a:t>Revenue streams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Retail margin 30-45% on gear · Program fees ₹4k-25k per term · B2B school bundles (₹50k-5L contracts) · SaaS ₹500-2k/seat/month · Birthday &amp; event services</a:t>
            </a:r>
          </a:p>
          <a:p>
            <a:pPr/>
            <a:r>
              <a:rPr sz="1900" b="1"/>
              <a:t>Unit economics (target at scale)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Blended gross margin ~38% · CAC via parents-community + schools (low paid-media dependence) · Repeat: gear re-orders as children grow + term renewals</a:t>
            </a:r>
          </a:p>
          <a:p>
            <a:pPr/>
            <a:r>
              <a:rPr sz="1900" b="1"/>
              <a:t>LTV engine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A child acquired at 7 through a ₹2,500 starter kit can generate ₹1.5L-3L lifetime value over a decade (gear + programs).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5-Year Path to Scale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Phase 1 (0-12 months) — Mumbai beachhead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Shopify-style D2C launch + 3 academy partnerships + 2 school contracts. Target: 5,000 orders, ₹1.2 Cr GMV.</a:t>
            </a:r>
          </a:p>
          <a:p>
            <a:pPr/>
            <a:r>
              <a:rPr sz="1800" b="1"/>
              <a:t>Growth loops, not paid-media dependence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Sports Explorer quiz (SEO magnet) → starter bundles → programs → word-of-mouth parent communities → school referrals back to retail.</a:t>
            </a:r>
          </a:p>
          <a:p>
            <a:pPr/>
            <a:r>
              <a:rPr sz="1800" b="1"/>
              <a:t>Content flywheel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AI-video channel: safety guides, skill drills, child-athlete stories — built on our in-house AI film pipeline (canon-controlled production, near-zero content cost).</a:t>
            </a:r>
          </a:p>
          <a:p>
            <a:pPr/>
            <a:r>
              <a:rPr sz="1800" b="1"/>
              <a:t>B2B wedge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Schools buy bundles for compliance + safety documentation; we upskill their coaches and own the relationship.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Data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Age-graded recommendation engine — every sale teaches the system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Fit data (height, sport, size outcomes) compounds into India's best youth sizing dataset</a:t>
            </a:r>
          </a:p>
          <a:p>
            <a:pPr/>
            <a:r>
              <a:rPr sz="1800" b="1"/>
              <a:t>Progress tracking with parental consent = retention machine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Families stay for the growth record, not just the gear</a:t>
            </a:r>
          </a:p>
          <a:p>
            <a:pPr/>
            <a:r>
              <a:rPr sz="1800" b="1"/>
              <a:t>Coach SaaS creates network lock-in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Academies run attendance, rosters, inventory on our stack — switching is costly</a:t>
            </a:r>
          </a:p>
          <a:p>
            <a:pPr/>
            <a:r>
              <a:rPr sz="1800" b="1"/>
              <a:t>AI content pipeline in-house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Studio-grade video production capability — marketing cost advantage competitors can't match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1"/>
              <a:t>Raising: ₹3.5 Cr seed round (18-month runway)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40% Inventory &amp; retail infrastructure · 25% Technology (dashboards, quiz engine, apps) · 20% Programs &amp; coaching network · 15% Brand &amp; growth</a:t>
            </a:r>
          </a:p>
          <a:p>
            <a:pPr/>
            <a:r>
              <a:rPr sz="2200" b="1"/>
              <a:t>18-month milestones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₹1.2 Cr GMV · 5,000 families · 3 academies + 2 schools signed · repeat-purchase rate 35%+ · SaaS pilot with 10 academies</a:t>
            </a:r>
          </a:p>
          <a:p>
            <a:pPr/>
            <a:r>
              <a:rPr sz="2200" b="1"/>
              <a:t>Round structure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SAFE / CCPS · founder-led with governance-ready reporting from day one</a:t>
            </a:r>
          </a:p>
          <a:p>
            <a:pPr/>
            <a:r>
              <a:rPr sz="2200" b="1"/>
              <a:t>What you get</a:t>
            </a:r>
          </a:p>
          <a:p>
            <a:pPr lvl="1"/>
            <a:r>
              <a:rPr sz="1500">
                <a:solidFill>
                  <a:srgbClr val="C7CDD8"/>
                </a:solidFill>
              </a:rPr>
              <a:t>Early entry into the trust-layer of a ₹40,000 Cr+ market, with a founder who has managed 9-figure P&amp;Ls and ships working product in weeks, not quarters.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Every child deserves a place to play.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Mahesh Koria · Founder · NextPlay Kids</a:t>
            </a:r>
          </a:p>
          <a:p>
            <a:r>
              <a:t>19+ years banking &amp; data leadership · AI architecture (67-day executive curriculum)</a:t>
            </a:r>
          </a:p>
          <a:p>
            <a:r>
              <a:t>Let's build India's most trusted youth-sport company — together.</a:t>
            </a:r>
          </a:p>
          <a:p/>
          <a:p>
            <a:r>
              <a:t>Contact: pitch deck appendix available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